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3GPP RCA Benchmark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14B SLMs vs Frontier Foundation Models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5G Standalone Root Cause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992 test scenarios · 8 failure types · F1 / Precision / Recall / Exact Match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0" cy="2286000"/>
          </a:xfrm>
          <a:prstGeom prst="rect">
            <a:avLst>
              <a:gd name="adj" fmla="val 4000"/>
            </a:avLst>
          </a:prstGeom>
          <a:solidFill>
            <a:srgbClr val="E8F4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Mistral-Nemo-Base-2407 with QLoRA 4-bit fine-tuning achieves 99.70% F1,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outperforming all frontier model configurations including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 five-shot CoT (99.39% F1).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1,300 synthetic examples · ~$1.31 compute cost · ~41 min on 1× A10G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Ranking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1097280"/>
                <a:gridCol w="2011680"/>
                <a:gridCol w="1188720"/>
                <a:gridCol w="1188720"/>
                <a:gridCol w="118872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Match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Mistral-Nemo-Base-2407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 (QLoRA 4-bit)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5-shot CoT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5-shot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Nova Pro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5-shot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Nova Pro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5-shot CoT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97.16%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97.16%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97.16%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97.16%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Nova Pro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Qwen3-14B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 (QLoRA 4-bit)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3 12B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 (QLoRA 4-bit)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Mistral-Nemo-Base-2407 - Fine-tuned (QLoRA 4-bit)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F1: 99.70%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828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core_network_failure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98.74%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handover_failure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congestion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qos_violation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transport_jitter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radio_failure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4.6 - 5-shot CoT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F1: 99.39%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828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core_network_failure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handover_failure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99.21%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congestion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qos_violation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transport_jitter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98.36%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radio_failure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Nova Pro - 5-shot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F1: 97.77%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828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core_network_failure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98.32%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handover_failure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93.63%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88.03%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congestion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qos_violation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C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transport_jitter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98.36%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radio_failure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90.99%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Qwen3-14B - Fine-tuned (QLoRA 4-bit)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F1: 77.42%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828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core_network_failure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98.37%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92.64%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62.27%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45.21%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handover_failure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90.35%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congestion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qos_violation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25.17%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transport_jitter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65.59%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radio_failure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78.86%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Mistral-Nemo QLoRA 4-bit: 99.70% F1 — #1 overall, beats all frontier models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 Opus 4.6 five-shot CoT: 99.39% F1 — best frontier configuration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Qwen3-14B with chat template + /no_think: 77.42% F1 — competitive after optimization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Gemma 3 12B: 11.90% F1 — requires more fundamental changes
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Domain-specific fine-tuning on 1,300 examples for ~$1.31 matches frontier models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3GPP RCA Benchmark Results</dc:title>
  <dc:subject>PptxGenJS Presentation</dc:subject>
  <dc:creator>SageMaker Fine-Tuning Benchmark</dc:creator>
  <cp:lastModifiedBy>SageMaker Fine-Tuning Benchmark</cp:lastModifiedBy>
  <cp:revision>1</cp:revision>
  <dcterms:created xsi:type="dcterms:W3CDTF">2026-03-10T16:52:08Z</dcterms:created>
  <dcterms:modified xsi:type="dcterms:W3CDTF">2026-03-10T16:52:08Z</dcterms:modified>
</cp:coreProperties>
</file>